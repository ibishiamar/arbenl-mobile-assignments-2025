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7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7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4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5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7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5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96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26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4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69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6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58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861550" y="1032169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Image Thumbnail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60467"/>
            <a:ext cx="8193527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0681" y="2592315"/>
            <a:ext cx="817003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200" b="1" dirty="0"/>
              <a:t>Cloud-Based Image Processing me </a:t>
            </a:r>
            <a:r>
              <a:rPr sz="2200" b="1" dirty="0" err="1"/>
              <a:t>Supabase</a:t>
            </a:r>
            <a:r>
              <a:rPr sz="2200" b="1" dirty="0"/>
              <a:t>, </a:t>
            </a:r>
            <a:r>
              <a:rPr sz="2200" b="1" dirty="0" err="1"/>
              <a:t>LocalStack</a:t>
            </a:r>
            <a:r>
              <a:rPr sz="2200" b="1" dirty="0"/>
              <a:t> </a:t>
            </a:r>
            <a:r>
              <a:rPr sz="2200" b="1" dirty="0" err="1"/>
              <a:t>dhe</a:t>
            </a:r>
            <a:r>
              <a:rPr sz="2200" b="1" dirty="0"/>
              <a:t> Docker</a:t>
            </a:r>
            <a:br>
              <a:rPr sz="2200" b="1" dirty="0"/>
            </a:br>
            <a:br>
              <a:rPr sz="2200" b="1" dirty="0"/>
            </a:br>
            <a:r>
              <a:rPr sz="2200" b="1" dirty="0" err="1"/>
              <a:t>Teknologjitë</a:t>
            </a:r>
            <a:r>
              <a:rPr sz="2200" b="1" dirty="0"/>
              <a:t> </a:t>
            </a:r>
            <a:r>
              <a:rPr sz="2200" b="1" dirty="0" err="1"/>
              <a:t>kryesore</a:t>
            </a:r>
            <a:r>
              <a:rPr sz="2200" b="1" dirty="0"/>
              <a:t>:</a:t>
            </a:r>
            <a:br>
              <a:rPr sz="2200" b="1" dirty="0"/>
            </a:br>
            <a:r>
              <a:rPr sz="2200" b="1" dirty="0"/>
              <a:t>Node.js · Express · </a:t>
            </a:r>
            <a:r>
              <a:rPr sz="2200" b="1" dirty="0" err="1"/>
              <a:t>Supabase</a:t>
            </a:r>
            <a:r>
              <a:rPr sz="2200" b="1" dirty="0"/>
              <a:t> · </a:t>
            </a:r>
            <a:r>
              <a:rPr sz="2200" b="1" dirty="0" err="1"/>
              <a:t>LocalStack</a:t>
            </a:r>
            <a:r>
              <a:rPr sz="2200" b="1" dirty="0"/>
              <a:t> · Docker · AWS S3/Lambda/CloudFront · GitHub Actions</a:t>
            </a:r>
            <a:endParaRPr lang="en-US" sz="2200" b="1" dirty="0"/>
          </a:p>
          <a:p>
            <a:pPr>
              <a:defRPr sz="1800">
                <a:solidFill>
                  <a:srgbClr val="E2E8F0"/>
                </a:solidFill>
              </a:defRPr>
            </a:pPr>
            <a:endParaRPr lang="en-US" sz="2200" b="1" dirty="0"/>
          </a:p>
          <a:p>
            <a:pPr>
              <a:defRPr sz="1800">
                <a:solidFill>
                  <a:srgbClr val="E2E8F0"/>
                </a:solidFill>
              </a:defRPr>
            </a:pPr>
            <a:endParaRPr lang="en-US" sz="2200" b="1" dirty="0"/>
          </a:p>
          <a:p>
            <a:pPr>
              <a:defRPr sz="1800">
                <a:solidFill>
                  <a:srgbClr val="E2E8F0"/>
                </a:solidFill>
              </a:defRPr>
            </a:pPr>
            <a:r>
              <a:rPr lang="en-US" sz="2200" b="1" dirty="0"/>
              <a:t>Autor: [Amar Ibishi]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rPr lang="en-US" sz="2200" b="1" dirty="0" err="1"/>
              <a:t>Profesori</a:t>
            </a:r>
            <a:r>
              <a:rPr lang="en-US" sz="2200" b="1" dirty="0"/>
              <a:t> [Arben Lila]</a:t>
            </a:r>
            <a:br>
              <a:rPr lang="en-US" sz="2200" b="1" dirty="0"/>
            </a:br>
            <a:r>
              <a:rPr lang="en-US" sz="2200" b="1" dirty="0"/>
              <a:t>Data: Maj 14.05.2026</a:t>
            </a:r>
            <a:endParaRPr sz="2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88C56-0989-07C5-04F2-54CC37B7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02" y="4817313"/>
            <a:ext cx="2441196" cy="2040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E46EB-6AB5-2609-79AA-FCC1006D422E}"/>
              </a:ext>
            </a:extLst>
          </p:cNvPr>
          <p:cNvSpPr txBox="1"/>
          <p:nvPr/>
        </p:nvSpPr>
        <p:spPr>
          <a:xfrm>
            <a:off x="3582099" y="6300132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Përmbajtja e Prezantimit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058400" cy="27432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28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dirty="0"/>
              <a:t>1. </a:t>
            </a:r>
            <a:r>
              <a:rPr dirty="0" err="1"/>
              <a:t>Problemi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motivimi</a:t>
            </a:r>
            <a:br>
              <a:rPr dirty="0"/>
            </a:br>
            <a:r>
              <a:rPr dirty="0"/>
              <a:t>2. </a:t>
            </a:r>
            <a:r>
              <a:rPr dirty="0" err="1"/>
              <a:t>Qëllimi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projektit</a:t>
            </a:r>
            <a:br>
              <a:rPr dirty="0"/>
            </a:br>
            <a:r>
              <a:rPr dirty="0"/>
              <a:t>3. </a:t>
            </a:r>
            <a:r>
              <a:rPr dirty="0" err="1"/>
              <a:t>Arkitektura</a:t>
            </a:r>
            <a:r>
              <a:rPr dirty="0"/>
              <a:t> e </a:t>
            </a:r>
            <a:r>
              <a:rPr dirty="0" err="1"/>
              <a:t>plotë</a:t>
            </a:r>
            <a:br>
              <a:rPr dirty="0"/>
            </a:br>
            <a:r>
              <a:rPr dirty="0"/>
              <a:t>4. </a:t>
            </a:r>
            <a:r>
              <a:rPr dirty="0" err="1"/>
              <a:t>Teknologjitë</a:t>
            </a:r>
            <a:r>
              <a:rPr dirty="0"/>
              <a:t> e </a:t>
            </a:r>
            <a:r>
              <a:rPr dirty="0" err="1"/>
              <a:t>përdorura</a:t>
            </a:r>
            <a:br>
              <a:rPr dirty="0"/>
            </a:br>
            <a:r>
              <a:rPr dirty="0"/>
              <a:t>5. </a:t>
            </a:r>
            <a:r>
              <a:rPr dirty="0" err="1"/>
              <a:t>Struktura</a:t>
            </a:r>
            <a:r>
              <a:rPr dirty="0"/>
              <a:t> </a:t>
            </a:r>
            <a:r>
              <a:rPr dirty="0" err="1"/>
              <a:t>reale</a:t>
            </a:r>
            <a:r>
              <a:rPr dirty="0"/>
              <a:t> e </a:t>
            </a:r>
            <a:r>
              <a:rPr dirty="0" err="1"/>
              <a:t>projektit</a:t>
            </a:r>
            <a:br>
              <a:rPr dirty="0"/>
            </a:br>
            <a:r>
              <a:rPr dirty="0"/>
              <a:t>6. Workflow hap pas </a:t>
            </a:r>
            <a:r>
              <a:rPr dirty="0" err="1"/>
              <a:t>hapi</a:t>
            </a:r>
            <a:br>
              <a:rPr dirty="0"/>
            </a:br>
            <a:r>
              <a:rPr dirty="0"/>
              <a:t>7. </a:t>
            </a:r>
            <a:r>
              <a:rPr dirty="0" err="1"/>
              <a:t>Supabase</a:t>
            </a:r>
            <a:r>
              <a:rPr dirty="0"/>
              <a:t> – </a:t>
            </a:r>
            <a:r>
              <a:rPr dirty="0" err="1"/>
              <a:t>Databaza</a:t>
            </a:r>
            <a:br>
              <a:rPr dirty="0"/>
            </a:br>
            <a:r>
              <a:rPr dirty="0"/>
              <a:t>8. </a:t>
            </a:r>
            <a:r>
              <a:rPr dirty="0" err="1"/>
              <a:t>LocalStack</a:t>
            </a:r>
            <a:r>
              <a:rPr dirty="0"/>
              <a:t> – AWS </a:t>
            </a:r>
            <a:r>
              <a:rPr dirty="0" err="1"/>
              <a:t>lokal</a:t>
            </a:r>
            <a:br>
              <a:rPr dirty="0"/>
            </a:br>
            <a:r>
              <a:rPr lang="en-US" dirty="0"/>
              <a:t>9. Docker Compose</a:t>
            </a:r>
            <a:br>
              <a:rPr lang="en-US" dirty="0"/>
            </a:br>
            <a:r>
              <a:rPr lang="en-US" dirty="0"/>
              <a:t>10. GitHub – </a:t>
            </a:r>
            <a:r>
              <a:rPr lang="en-US" dirty="0" err="1"/>
              <a:t>Versionimi</a:t>
            </a:r>
            <a:r>
              <a:rPr lang="en-US" dirty="0"/>
              <a:t> + CI/CD</a:t>
            </a:r>
            <a:br>
              <a:rPr lang="en-US" dirty="0"/>
            </a:br>
            <a:r>
              <a:rPr lang="en-US" dirty="0"/>
              <a:t>11. Backend – API me Node.js</a:t>
            </a:r>
            <a:br>
              <a:rPr lang="en-US" dirty="0"/>
            </a:br>
            <a:r>
              <a:rPr lang="en-US" dirty="0"/>
              <a:t>12. Frontend – HTML/CSS/JS</a:t>
            </a:r>
            <a:br>
              <a:rPr lang="en-US" dirty="0"/>
            </a:br>
            <a:r>
              <a:rPr lang="en-US" dirty="0"/>
              <a:t>13. </a:t>
            </a:r>
            <a:r>
              <a:rPr lang="en-US" dirty="0" err="1"/>
              <a:t>Siguria</a:t>
            </a:r>
            <a:br>
              <a:rPr lang="en-US" dirty="0"/>
            </a:br>
            <a:r>
              <a:rPr lang="en-US" dirty="0"/>
              <a:t>14. </a:t>
            </a:r>
            <a:r>
              <a:rPr lang="en-US" dirty="0" err="1"/>
              <a:t>Performanca</a:t>
            </a:r>
            <a:br>
              <a:rPr lang="en-US" dirty="0"/>
            </a:br>
            <a:r>
              <a:rPr lang="en-US" dirty="0"/>
              <a:t>15. Përfitimet</a:t>
            </a:r>
            <a:br>
              <a:rPr lang="en-US" dirty="0"/>
            </a:br>
            <a:r>
              <a:rPr lang="en-US" dirty="0"/>
              <a:t>16. Raste </a:t>
            </a:r>
            <a:r>
              <a:rPr lang="en-US" dirty="0" err="1"/>
              <a:t>përdorimi</a:t>
            </a:r>
            <a:br>
              <a:rPr lang="en-US" dirty="0"/>
            </a:br>
            <a:r>
              <a:rPr lang="en-US" dirty="0"/>
              <a:t>17. </a:t>
            </a:r>
            <a:r>
              <a:rPr lang="en-US" dirty="0" err="1"/>
              <a:t>Demonstrim</a:t>
            </a:r>
            <a:br>
              <a:rPr lang="en-US" dirty="0"/>
            </a:br>
            <a:r>
              <a:rPr lang="en-US" dirty="0"/>
              <a:t>18. </a:t>
            </a:r>
            <a:r>
              <a:rPr lang="en-US" dirty="0" err="1"/>
              <a:t>Përfundimi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774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Problemi dhe Motivimi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59"/>
            <a:ext cx="8025748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❌ </a:t>
            </a:r>
            <a:r>
              <a:rPr sz="2800" dirty="0" err="1"/>
              <a:t>Imazhet</a:t>
            </a:r>
            <a:r>
              <a:rPr sz="2800" dirty="0"/>
              <a:t> e </a:t>
            </a:r>
            <a:r>
              <a:rPr sz="2800" dirty="0" err="1"/>
              <a:t>mëdha</a:t>
            </a:r>
            <a:r>
              <a:rPr sz="2800" dirty="0"/>
              <a:t> </a:t>
            </a:r>
            <a:r>
              <a:rPr sz="2800" dirty="0" err="1"/>
              <a:t>ngadalësojnë</a:t>
            </a:r>
            <a:r>
              <a:rPr sz="2800" dirty="0"/>
              <a:t> </a:t>
            </a:r>
            <a:r>
              <a:rPr sz="2800" dirty="0" err="1"/>
              <a:t>faqet</a:t>
            </a:r>
            <a:br>
              <a:rPr sz="2800" dirty="0"/>
            </a:br>
            <a:r>
              <a:rPr sz="2800" dirty="0"/>
              <a:t>❌ Bandwidth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lartë</a:t>
            </a:r>
            <a:r>
              <a:rPr sz="2800" dirty="0"/>
              <a:t> </a:t>
            </a:r>
            <a:r>
              <a:rPr sz="2800" dirty="0" err="1"/>
              <a:t>rrit</a:t>
            </a:r>
            <a:r>
              <a:rPr sz="2800" dirty="0"/>
              <a:t> </a:t>
            </a:r>
            <a:r>
              <a:rPr sz="2800" dirty="0" err="1"/>
              <a:t>kostot</a:t>
            </a:r>
            <a:br>
              <a:rPr sz="2800" dirty="0"/>
            </a:br>
            <a:r>
              <a:rPr sz="2800" dirty="0"/>
              <a:t>❌ </a:t>
            </a:r>
            <a:r>
              <a:rPr sz="2800" dirty="0" err="1"/>
              <a:t>Serveri</a:t>
            </a:r>
            <a:r>
              <a:rPr sz="2800" dirty="0"/>
              <a:t> </a:t>
            </a:r>
            <a:r>
              <a:rPr sz="2800" dirty="0" err="1"/>
              <a:t>bllokohet</a:t>
            </a:r>
            <a:r>
              <a:rPr sz="2800" dirty="0"/>
              <a:t> </a:t>
            </a:r>
            <a:r>
              <a:rPr sz="2800" dirty="0" err="1"/>
              <a:t>gjatë</a:t>
            </a:r>
            <a:r>
              <a:rPr sz="2800" dirty="0"/>
              <a:t> </a:t>
            </a:r>
            <a:r>
              <a:rPr sz="2800" dirty="0" err="1"/>
              <a:t>procesimit</a:t>
            </a:r>
            <a:br>
              <a:rPr sz="2800" dirty="0"/>
            </a:br>
            <a:r>
              <a:rPr sz="2800" dirty="0"/>
              <a:t>❌ </a:t>
            </a:r>
            <a:r>
              <a:rPr sz="2800" dirty="0" err="1"/>
              <a:t>Përdoruesit</a:t>
            </a:r>
            <a:r>
              <a:rPr sz="2800" dirty="0"/>
              <a:t> </a:t>
            </a:r>
            <a:r>
              <a:rPr sz="2800" dirty="0" err="1"/>
              <a:t>presin</a:t>
            </a:r>
            <a:r>
              <a:rPr sz="2800" dirty="0"/>
              <a:t> </a:t>
            </a:r>
            <a:r>
              <a:rPr sz="2800" dirty="0" err="1"/>
              <a:t>gjatë</a:t>
            </a:r>
            <a:br>
              <a:rPr sz="2800" dirty="0"/>
            </a:br>
            <a:r>
              <a:rPr sz="2800" dirty="0"/>
              <a:t>❌ </a:t>
            </a:r>
            <a:r>
              <a:rPr sz="2800" dirty="0" err="1"/>
              <a:t>Mungon</a:t>
            </a:r>
            <a:r>
              <a:rPr sz="2800" dirty="0"/>
              <a:t> </a:t>
            </a:r>
            <a:r>
              <a:rPr sz="2800" dirty="0" err="1"/>
              <a:t>historiku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sz="2800" dirty="0"/>
              <a:t> upload-eve</a:t>
            </a:r>
            <a:br>
              <a:rPr sz="2800" dirty="0"/>
            </a:br>
            <a:br>
              <a:rPr sz="2800" dirty="0"/>
            </a:br>
            <a:r>
              <a:rPr sz="2800" dirty="0"/>
              <a:t>✅ </a:t>
            </a:r>
            <a:r>
              <a:rPr sz="2800" dirty="0" err="1"/>
              <a:t>Automatizim</a:t>
            </a:r>
            <a:r>
              <a:rPr sz="2800" dirty="0"/>
              <a:t> </a:t>
            </a:r>
            <a:r>
              <a:rPr sz="2800" dirty="0" err="1"/>
              <a:t>në</a:t>
            </a:r>
            <a:r>
              <a:rPr sz="2800" dirty="0"/>
              <a:t> background</a:t>
            </a:r>
            <a:br>
              <a:rPr sz="2800" dirty="0"/>
            </a:br>
            <a:r>
              <a:rPr sz="2800" dirty="0"/>
              <a:t>✅ Metadata </a:t>
            </a:r>
            <a:r>
              <a:rPr sz="2800" dirty="0" err="1"/>
              <a:t>në</a:t>
            </a:r>
            <a:r>
              <a:rPr sz="2800" dirty="0"/>
              <a:t> </a:t>
            </a:r>
            <a:r>
              <a:rPr sz="2800" dirty="0" err="1"/>
              <a:t>Supabase</a:t>
            </a:r>
            <a:br>
              <a:rPr sz="2800" dirty="0"/>
            </a:br>
            <a:r>
              <a:rPr sz="2800" dirty="0"/>
              <a:t>✅ CDN </a:t>
            </a:r>
            <a:r>
              <a:rPr sz="2800" dirty="0" err="1"/>
              <a:t>globale</a:t>
            </a:r>
            <a:r>
              <a:rPr sz="2800" dirty="0"/>
              <a:t> me CloudFront</a:t>
            </a:r>
            <a:br>
              <a:rPr sz="2800" dirty="0"/>
            </a:br>
            <a:r>
              <a:rPr sz="2800" dirty="0"/>
              <a:t>✅ </a:t>
            </a:r>
            <a:r>
              <a:rPr sz="2800" dirty="0" err="1"/>
              <a:t>Testim</a:t>
            </a:r>
            <a:r>
              <a:rPr sz="2800" dirty="0"/>
              <a:t> </a:t>
            </a:r>
            <a:r>
              <a:rPr sz="2800" dirty="0" err="1"/>
              <a:t>lokal</a:t>
            </a:r>
            <a:r>
              <a:rPr sz="2800" dirty="0"/>
              <a:t> me Docker + </a:t>
            </a:r>
            <a:r>
              <a:rPr sz="2800" dirty="0" err="1"/>
              <a:t>LocalStack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0240" y="756939"/>
            <a:ext cx="3931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Qëllimi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Projektit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280159"/>
            <a:ext cx="6834511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• Upload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imazheve</a:t>
            </a:r>
            <a:r>
              <a:rPr sz="2800" dirty="0"/>
              <a:t> </a:t>
            </a:r>
            <a:r>
              <a:rPr sz="2800" dirty="0" err="1"/>
              <a:t>nga</a:t>
            </a:r>
            <a:r>
              <a:rPr sz="2800" dirty="0"/>
              <a:t> frontend</a:t>
            </a:r>
            <a:br>
              <a:rPr sz="2800" dirty="0"/>
            </a:br>
            <a:r>
              <a:rPr sz="2800" dirty="0"/>
              <a:t>• </a:t>
            </a:r>
            <a:r>
              <a:rPr sz="2800" dirty="0" err="1"/>
              <a:t>Gjenerim</a:t>
            </a:r>
            <a:r>
              <a:rPr sz="2800" dirty="0"/>
              <a:t> thumbnail-</a:t>
            </a:r>
            <a:r>
              <a:rPr sz="2800" dirty="0" err="1"/>
              <a:t>esh</a:t>
            </a:r>
            <a:r>
              <a:rPr sz="2800" dirty="0"/>
              <a:t> me AWS Lambda + Sharp</a:t>
            </a:r>
            <a:br>
              <a:rPr sz="2800" dirty="0"/>
            </a:br>
            <a:r>
              <a:rPr sz="2800" dirty="0"/>
              <a:t>• </a:t>
            </a:r>
            <a:r>
              <a:rPr sz="2800" dirty="0" err="1"/>
              <a:t>Historik</a:t>
            </a:r>
            <a:r>
              <a:rPr sz="2800" dirty="0"/>
              <a:t> </a:t>
            </a:r>
            <a:r>
              <a:rPr sz="2800" dirty="0" err="1"/>
              <a:t>në</a:t>
            </a:r>
            <a:r>
              <a:rPr sz="2800" dirty="0"/>
              <a:t> </a:t>
            </a:r>
            <a:r>
              <a:rPr sz="2800" dirty="0" err="1"/>
              <a:t>Supabase</a:t>
            </a:r>
            <a:br>
              <a:rPr sz="2800" dirty="0"/>
            </a:br>
            <a:r>
              <a:rPr sz="2800" dirty="0"/>
              <a:t>• Deploy </a:t>
            </a:r>
            <a:r>
              <a:rPr sz="2800" dirty="0" err="1"/>
              <a:t>automatik</a:t>
            </a:r>
            <a:r>
              <a:rPr sz="2800" dirty="0"/>
              <a:t> me GitHub Actions</a:t>
            </a:r>
            <a:br>
              <a:rPr sz="2800" dirty="0"/>
            </a:br>
            <a:br>
              <a:rPr sz="2800" dirty="0"/>
            </a:br>
            <a:r>
              <a:rPr sz="2800" dirty="0" err="1"/>
              <a:t>Objektivat</a:t>
            </a:r>
            <a:r>
              <a:rPr sz="2800" dirty="0"/>
              <a:t> </a:t>
            </a:r>
            <a:r>
              <a:rPr sz="2800" dirty="0" err="1"/>
              <a:t>teknike</a:t>
            </a:r>
            <a:r>
              <a:rPr sz="2800" dirty="0"/>
              <a:t>:</a:t>
            </a:r>
            <a:br>
              <a:rPr sz="2800" dirty="0"/>
            </a:br>
            <a:r>
              <a:rPr sz="2800" dirty="0"/>
              <a:t>• </a:t>
            </a:r>
            <a:r>
              <a:rPr sz="2800" dirty="0" err="1"/>
              <a:t>Asinkroni</a:t>
            </a:r>
            <a:br>
              <a:rPr sz="2800" dirty="0"/>
            </a:br>
            <a:r>
              <a:rPr sz="2800" dirty="0"/>
              <a:t>• Serverless Architecture</a:t>
            </a:r>
            <a:br>
              <a:rPr sz="2800" dirty="0"/>
            </a:br>
            <a:r>
              <a:rPr sz="2800" dirty="0"/>
              <a:t>• Event-driven workflow</a:t>
            </a:r>
            <a:br>
              <a:rPr sz="2800" dirty="0"/>
            </a:br>
            <a:r>
              <a:rPr sz="2800" dirty="0"/>
              <a:t>• CDN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8821" y="596918"/>
            <a:ext cx="3848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Arkitektura</a:t>
            </a:r>
            <a:r>
              <a:rPr dirty="0"/>
              <a:t> e </a:t>
            </a:r>
            <a:r>
              <a:rPr dirty="0" err="1"/>
              <a:t>Sistemit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280159"/>
            <a:ext cx="8260639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91656" y="2038411"/>
            <a:ext cx="67606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Frontend → Backend API → </a:t>
            </a:r>
            <a:r>
              <a:rPr sz="2800" dirty="0" err="1"/>
              <a:t>Supabase</a:t>
            </a:r>
            <a:br>
              <a:rPr sz="2800" dirty="0"/>
            </a:br>
            <a:r>
              <a:rPr sz="2800" dirty="0"/>
              <a:t>↓</a:t>
            </a:r>
            <a:br>
              <a:rPr sz="2800" dirty="0"/>
            </a:br>
            <a:r>
              <a:rPr sz="2800" dirty="0"/>
              <a:t>Amazon S3 → AWS Lambda + Sharp → S3 Thumbnails</a:t>
            </a:r>
            <a:br>
              <a:rPr sz="2800" dirty="0"/>
            </a:br>
            <a:r>
              <a:rPr sz="2800" dirty="0"/>
              <a:t>↓</a:t>
            </a:r>
            <a:br>
              <a:rPr sz="2800" dirty="0"/>
            </a:br>
            <a:r>
              <a:rPr sz="2800" dirty="0"/>
              <a:t>CloudFront CDN → URL </a:t>
            </a:r>
            <a:r>
              <a:rPr sz="2800" dirty="0" err="1"/>
              <a:t>globale</a:t>
            </a:r>
            <a:r>
              <a:rPr sz="2800" dirty="0"/>
              <a:t> e </a:t>
            </a:r>
            <a:r>
              <a:rPr sz="2800" dirty="0" err="1"/>
              <a:t>optimizuar</a:t>
            </a:r>
            <a:br>
              <a:rPr sz="2800" dirty="0"/>
            </a:br>
            <a:br>
              <a:rPr sz="2800" dirty="0"/>
            </a:br>
            <a:r>
              <a:rPr sz="2800" dirty="0"/>
              <a:t>GitHub → GitHub Actions →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8547" y="596918"/>
            <a:ext cx="24302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Teknologjitë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280159"/>
            <a:ext cx="6851289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HTML/CSS/JS – Frontend minimalist</a:t>
            </a:r>
            <a:br>
              <a:rPr sz="2800" dirty="0"/>
            </a:br>
            <a:r>
              <a:rPr sz="2800" dirty="0"/>
              <a:t>Node.js + Express – Backend API</a:t>
            </a:r>
            <a:br>
              <a:rPr sz="2800" dirty="0"/>
            </a:br>
            <a:r>
              <a:rPr sz="2800" dirty="0" err="1"/>
              <a:t>Supabase</a:t>
            </a:r>
            <a:r>
              <a:rPr sz="2800" dirty="0"/>
              <a:t> – PostgreSQL + Auth</a:t>
            </a:r>
            <a:br>
              <a:rPr sz="2800" dirty="0"/>
            </a:br>
            <a:r>
              <a:rPr sz="2800" dirty="0" err="1"/>
              <a:t>LocalStack</a:t>
            </a:r>
            <a:r>
              <a:rPr sz="2800" dirty="0"/>
              <a:t> – </a:t>
            </a:r>
            <a:r>
              <a:rPr sz="2800" dirty="0" err="1"/>
              <a:t>Emulim</a:t>
            </a:r>
            <a:r>
              <a:rPr sz="2800" dirty="0"/>
              <a:t> AWS </a:t>
            </a:r>
            <a:r>
              <a:rPr sz="2800" dirty="0" err="1"/>
              <a:t>lokal</a:t>
            </a:r>
            <a:br>
              <a:rPr sz="2800" dirty="0"/>
            </a:br>
            <a:r>
              <a:rPr sz="2800" dirty="0"/>
              <a:t>Docker Compose – </a:t>
            </a:r>
            <a:r>
              <a:rPr sz="2800" dirty="0" err="1"/>
              <a:t>Orkestrimi</a:t>
            </a:r>
            <a:br>
              <a:rPr sz="2800" dirty="0"/>
            </a:br>
            <a:r>
              <a:rPr sz="2800" dirty="0"/>
              <a:t>Sharp – </a:t>
            </a:r>
            <a:r>
              <a:rPr sz="2800" dirty="0" err="1"/>
              <a:t>Procesim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shpejtë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imazheve</a:t>
            </a:r>
            <a:br>
              <a:rPr sz="2800" dirty="0"/>
            </a:br>
            <a:r>
              <a:rPr sz="2800" dirty="0"/>
              <a:t>AWS Lambda – Serverless processing</a:t>
            </a:r>
            <a:br>
              <a:rPr sz="2800" dirty="0"/>
            </a:br>
            <a:r>
              <a:rPr sz="2800" dirty="0"/>
              <a:t>CloudFront – CDN </a:t>
            </a:r>
            <a:r>
              <a:rPr sz="2800" dirty="0" err="1"/>
              <a:t>globale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9097" y="619780"/>
            <a:ext cx="3931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Struktura</a:t>
            </a:r>
            <a:r>
              <a:rPr dirty="0"/>
              <a:t> e </a:t>
            </a:r>
            <a:r>
              <a:rPr dirty="0" err="1"/>
              <a:t>Projektit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6792566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image-processing-pipeline/</a:t>
            </a:r>
            <a:br>
              <a:rPr sz="2800" dirty="0"/>
            </a:br>
            <a:r>
              <a:rPr sz="2800" dirty="0"/>
              <a:t>├── backend/</a:t>
            </a:r>
            <a:br>
              <a:rPr sz="2800" dirty="0"/>
            </a:br>
            <a:r>
              <a:rPr sz="2800" dirty="0"/>
              <a:t>├── frontend/</a:t>
            </a:r>
            <a:br>
              <a:rPr sz="2800" dirty="0"/>
            </a:br>
            <a:r>
              <a:rPr sz="2800" dirty="0"/>
              <a:t>├── </a:t>
            </a:r>
            <a:r>
              <a:rPr sz="2800" dirty="0" err="1"/>
              <a:t>localstack</a:t>
            </a:r>
            <a:r>
              <a:rPr sz="2800" dirty="0"/>
              <a:t>-data/</a:t>
            </a:r>
            <a:br>
              <a:rPr sz="2800" dirty="0"/>
            </a:br>
            <a:r>
              <a:rPr sz="2800" dirty="0"/>
              <a:t>├── .env</a:t>
            </a:r>
            <a:br>
              <a:rPr sz="2800" dirty="0"/>
            </a:br>
            <a:r>
              <a:rPr sz="2800" dirty="0"/>
              <a:t>├── docker-</a:t>
            </a:r>
            <a:r>
              <a:rPr sz="2800" dirty="0" err="1"/>
              <a:t>compose.yml</a:t>
            </a:r>
            <a:br>
              <a:rPr sz="2800" dirty="0"/>
            </a:br>
            <a:r>
              <a:rPr sz="2800" dirty="0"/>
              <a:t>├── </a:t>
            </a:r>
            <a:r>
              <a:rPr sz="2800" dirty="0" err="1"/>
              <a:t>package.json</a:t>
            </a:r>
            <a:br>
              <a:rPr sz="2800" dirty="0"/>
            </a:br>
            <a:r>
              <a:rPr sz="2800" dirty="0"/>
              <a:t>└── README.md</a:t>
            </a:r>
            <a:br>
              <a:rPr sz="2800" dirty="0"/>
            </a:br>
            <a:br>
              <a:rPr sz="2800" dirty="0"/>
            </a:br>
            <a:r>
              <a:rPr sz="2800" dirty="0"/>
              <a:t>✅ </a:t>
            </a:r>
            <a:r>
              <a:rPr sz="2800" dirty="0" err="1"/>
              <a:t>Strukturë</a:t>
            </a:r>
            <a:r>
              <a:rPr sz="2800" dirty="0"/>
              <a:t> </a:t>
            </a:r>
            <a:r>
              <a:rPr sz="2800" dirty="0" err="1"/>
              <a:t>profesionale</a:t>
            </a:r>
            <a:br>
              <a:rPr sz="2800" dirty="0"/>
            </a:br>
            <a:r>
              <a:rPr sz="2800" dirty="0"/>
              <a:t>✅ Gati </a:t>
            </a:r>
            <a:r>
              <a:rPr sz="2800" dirty="0" err="1"/>
              <a:t>për</a:t>
            </a:r>
            <a:r>
              <a:rPr sz="2800" dirty="0"/>
              <a:t> cloud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Workflow Hap pas Hapi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058400" cy="27432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1. </a:t>
            </a:r>
            <a:r>
              <a:rPr sz="2800" dirty="0" err="1"/>
              <a:t>Përdoruesi</a:t>
            </a:r>
            <a:r>
              <a:rPr sz="2800" dirty="0"/>
              <a:t> </a:t>
            </a:r>
            <a:r>
              <a:rPr sz="2800" dirty="0" err="1"/>
              <a:t>zgjedh</a:t>
            </a:r>
            <a:r>
              <a:rPr sz="2800" dirty="0"/>
              <a:t> </a:t>
            </a:r>
            <a:r>
              <a:rPr sz="2800" dirty="0" err="1"/>
              <a:t>imazhin</a:t>
            </a:r>
            <a:br>
              <a:rPr sz="2800" dirty="0"/>
            </a:br>
            <a:r>
              <a:rPr sz="2800" dirty="0"/>
              <a:t>2. Frontend </a:t>
            </a:r>
            <a:r>
              <a:rPr sz="2800" dirty="0" err="1"/>
              <a:t>dërgon</a:t>
            </a:r>
            <a:r>
              <a:rPr sz="2800" dirty="0"/>
              <a:t> </a:t>
            </a:r>
            <a:r>
              <a:rPr sz="2800" dirty="0" err="1"/>
              <a:t>FormData</a:t>
            </a:r>
            <a:br>
              <a:rPr sz="2800" dirty="0"/>
            </a:br>
            <a:r>
              <a:rPr sz="2800" dirty="0"/>
              <a:t>3. Backend </a:t>
            </a:r>
            <a:r>
              <a:rPr sz="2800" dirty="0" err="1"/>
              <a:t>validon</a:t>
            </a:r>
            <a:r>
              <a:rPr sz="2800" dirty="0"/>
              <a:t> </a:t>
            </a:r>
            <a:r>
              <a:rPr sz="2800" dirty="0" err="1"/>
              <a:t>imazhin</a:t>
            </a:r>
            <a:br>
              <a:rPr sz="2800" dirty="0"/>
            </a:br>
            <a:r>
              <a:rPr sz="2800" dirty="0"/>
              <a:t>4. </a:t>
            </a:r>
            <a:r>
              <a:rPr sz="2800" dirty="0" err="1"/>
              <a:t>Supabase</a:t>
            </a:r>
            <a:r>
              <a:rPr sz="2800" dirty="0"/>
              <a:t> </a:t>
            </a:r>
            <a:r>
              <a:rPr sz="2800" dirty="0" err="1"/>
              <a:t>krijon</a:t>
            </a:r>
            <a:r>
              <a:rPr sz="2800" dirty="0"/>
              <a:t> </a:t>
            </a:r>
            <a:r>
              <a:rPr sz="2800" dirty="0" err="1"/>
              <a:t>rekord</a:t>
            </a:r>
            <a:br>
              <a:rPr sz="2800" dirty="0"/>
            </a:br>
            <a:r>
              <a:rPr sz="2800" dirty="0"/>
              <a:t>5. </a:t>
            </a:r>
            <a:r>
              <a:rPr sz="2800" dirty="0" err="1"/>
              <a:t>Imazhi</a:t>
            </a:r>
            <a:r>
              <a:rPr sz="2800" dirty="0"/>
              <a:t> </a:t>
            </a:r>
            <a:r>
              <a:rPr sz="2800" dirty="0" err="1"/>
              <a:t>ruhet</a:t>
            </a:r>
            <a:r>
              <a:rPr sz="2800" dirty="0"/>
              <a:t> </a:t>
            </a:r>
            <a:r>
              <a:rPr sz="2800" dirty="0" err="1"/>
              <a:t>në</a:t>
            </a:r>
            <a:r>
              <a:rPr sz="2800" dirty="0"/>
              <a:t> S3</a:t>
            </a:r>
            <a:br>
              <a:rPr sz="2800" dirty="0"/>
            </a:br>
            <a:r>
              <a:rPr sz="2800" dirty="0"/>
              <a:t>6. S3 </a:t>
            </a:r>
            <a:r>
              <a:rPr sz="2800" dirty="0" err="1"/>
              <a:t>aktivizon</a:t>
            </a:r>
            <a:r>
              <a:rPr sz="2800" dirty="0"/>
              <a:t> Lambda</a:t>
            </a:r>
            <a:br>
              <a:rPr sz="2800" dirty="0"/>
            </a:br>
            <a:r>
              <a:rPr sz="2800" dirty="0"/>
              <a:t>7. Sharp </a:t>
            </a:r>
            <a:r>
              <a:rPr sz="2800" dirty="0" err="1"/>
              <a:t>krijon</a:t>
            </a:r>
            <a:r>
              <a:rPr sz="2800" dirty="0"/>
              <a:t> thumbnail WEBP</a:t>
            </a:r>
            <a:br>
              <a:rPr sz="2800" dirty="0"/>
            </a:br>
            <a:r>
              <a:rPr sz="2800" dirty="0"/>
              <a:t>8. Thumbnail </a:t>
            </a:r>
            <a:r>
              <a:rPr sz="2800" dirty="0" err="1"/>
              <a:t>ruhet</a:t>
            </a:r>
            <a:r>
              <a:rPr sz="2800" dirty="0"/>
              <a:t> </a:t>
            </a:r>
            <a:r>
              <a:rPr sz="2800" dirty="0" err="1"/>
              <a:t>në</a:t>
            </a:r>
            <a:r>
              <a:rPr sz="2800" dirty="0"/>
              <a:t> S3</a:t>
            </a:r>
            <a:br>
              <a:rPr sz="2800" dirty="0"/>
            </a:br>
            <a:r>
              <a:rPr sz="2800" dirty="0"/>
              <a:t>9. </a:t>
            </a:r>
            <a:r>
              <a:rPr sz="2800" dirty="0" err="1"/>
              <a:t>Supabase</a:t>
            </a:r>
            <a:r>
              <a:rPr sz="2800" dirty="0"/>
              <a:t> </a:t>
            </a:r>
            <a:r>
              <a:rPr sz="2800" dirty="0" err="1"/>
              <a:t>përditëson</a:t>
            </a:r>
            <a:r>
              <a:rPr sz="2800" dirty="0"/>
              <a:t> </a:t>
            </a:r>
            <a:r>
              <a:rPr sz="2800" dirty="0" err="1"/>
              <a:t>statusin</a:t>
            </a:r>
            <a:br>
              <a:rPr sz="2800" dirty="0"/>
            </a:br>
            <a:r>
              <a:rPr sz="2800" dirty="0"/>
              <a:t>10. CloudFront </a:t>
            </a:r>
            <a:r>
              <a:rPr sz="2800" dirty="0" err="1"/>
              <a:t>shpërndan</a:t>
            </a:r>
            <a:r>
              <a:rPr sz="2800" dirty="0"/>
              <a:t> </a:t>
            </a:r>
            <a:r>
              <a:rPr sz="2800" dirty="0" err="1"/>
              <a:t>imazhin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1757"/>
            <a:ext cx="6798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Supabase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RLS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59"/>
            <a:ext cx="6322782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8321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• PostgreSQL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fuqishëm</a:t>
            </a:r>
            <a:br>
              <a:rPr sz="2800" dirty="0"/>
            </a:br>
            <a:r>
              <a:rPr sz="2800" dirty="0"/>
              <a:t>• Real-time updates</a:t>
            </a:r>
            <a:br>
              <a:rPr sz="2800" dirty="0"/>
            </a:br>
            <a:r>
              <a:rPr sz="2800" dirty="0"/>
              <a:t>• Row Level Security (RLS)</a:t>
            </a:r>
            <a:br>
              <a:rPr sz="2800" dirty="0"/>
            </a:br>
            <a:r>
              <a:rPr sz="2800" dirty="0"/>
              <a:t>• </a:t>
            </a:r>
            <a:r>
              <a:rPr sz="2800" dirty="0" err="1"/>
              <a:t>Autentikim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integruar</a:t>
            </a:r>
            <a:br>
              <a:rPr sz="2800" dirty="0"/>
            </a:br>
            <a:r>
              <a:rPr sz="2800" dirty="0"/>
              <a:t>• </a:t>
            </a:r>
            <a:r>
              <a:rPr sz="2800" dirty="0" err="1"/>
              <a:t>Platformë</a:t>
            </a:r>
            <a:r>
              <a:rPr sz="2800" dirty="0"/>
              <a:t> </a:t>
            </a:r>
            <a:r>
              <a:rPr sz="2800" dirty="0" err="1"/>
              <a:t>moderne</a:t>
            </a:r>
            <a:r>
              <a:rPr sz="2800" dirty="0"/>
              <a:t> cloud-based</a:t>
            </a:r>
            <a:br>
              <a:rPr sz="2800" dirty="0"/>
            </a:br>
            <a:br>
              <a:rPr sz="2800" dirty="0"/>
            </a:br>
            <a:r>
              <a:rPr sz="2800" dirty="0"/>
              <a:t>RLS </a:t>
            </a:r>
            <a:r>
              <a:rPr sz="2800" dirty="0" err="1"/>
              <a:t>siguron</a:t>
            </a:r>
            <a:r>
              <a:rPr sz="2800" dirty="0"/>
              <a:t> </a:t>
            </a:r>
            <a:r>
              <a:rPr sz="2800" dirty="0" err="1"/>
              <a:t>që</a:t>
            </a:r>
            <a:r>
              <a:rPr sz="2800" dirty="0"/>
              <a:t> </a:t>
            </a:r>
            <a:r>
              <a:rPr sz="2800" dirty="0" err="1"/>
              <a:t>përdoruesit</a:t>
            </a:r>
            <a:r>
              <a:rPr sz="2800" dirty="0"/>
              <a:t> </a:t>
            </a:r>
            <a:r>
              <a:rPr sz="2800" dirty="0" err="1"/>
              <a:t>shohin</a:t>
            </a:r>
            <a:r>
              <a:rPr sz="2800" dirty="0"/>
              <a:t> </a:t>
            </a:r>
            <a:r>
              <a:rPr sz="2800" dirty="0" err="1"/>
              <a:t>vetëm</a:t>
            </a:r>
            <a:r>
              <a:rPr sz="2800" dirty="0"/>
              <a:t> </a:t>
            </a:r>
            <a:r>
              <a:rPr sz="2800" dirty="0" err="1"/>
              <a:t>të</a:t>
            </a:r>
            <a:r>
              <a:rPr sz="2800" dirty="0"/>
              <a:t> </a:t>
            </a:r>
            <a:r>
              <a:rPr sz="2800" dirty="0" err="1"/>
              <a:t>dhënat</a:t>
            </a:r>
            <a:r>
              <a:rPr sz="2800" dirty="0"/>
              <a:t> e </a:t>
            </a:r>
            <a:r>
              <a:rPr sz="2800" dirty="0" err="1"/>
              <a:t>tyre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8486"/>
            <a:ext cx="3638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 err="1"/>
              <a:t>Përfundimi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280159"/>
            <a:ext cx="7480463" cy="45719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66851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rPr sz="2800" dirty="0"/>
              <a:t>✅ Pipeline modern cloud-based</a:t>
            </a:r>
            <a:br>
              <a:rPr sz="2800" dirty="0"/>
            </a:br>
            <a:r>
              <a:rPr sz="2800" dirty="0"/>
              <a:t>✅ </a:t>
            </a:r>
            <a:r>
              <a:rPr sz="2800" dirty="0" err="1"/>
              <a:t>Procesim</a:t>
            </a:r>
            <a:r>
              <a:rPr sz="2800" dirty="0"/>
              <a:t> </a:t>
            </a:r>
            <a:r>
              <a:rPr sz="2800" dirty="0" err="1"/>
              <a:t>automatik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imazheve</a:t>
            </a:r>
            <a:br>
              <a:rPr sz="2800" dirty="0"/>
            </a:br>
            <a:r>
              <a:rPr sz="2800" dirty="0"/>
              <a:t>✅ </a:t>
            </a:r>
            <a:r>
              <a:rPr sz="2800" dirty="0" err="1"/>
              <a:t>Arkitekturë</a:t>
            </a:r>
            <a:r>
              <a:rPr sz="2800" dirty="0"/>
              <a:t> scalable </a:t>
            </a:r>
            <a:r>
              <a:rPr sz="2800" dirty="0" err="1"/>
              <a:t>dhe</a:t>
            </a:r>
            <a:r>
              <a:rPr sz="2800" dirty="0"/>
              <a:t> serverless</a:t>
            </a:r>
            <a:br>
              <a:rPr sz="2800" dirty="0"/>
            </a:br>
            <a:r>
              <a:rPr sz="2800" dirty="0"/>
              <a:t>✅ </a:t>
            </a:r>
            <a:r>
              <a:rPr sz="2800" dirty="0" err="1"/>
              <a:t>Testim</a:t>
            </a:r>
            <a:r>
              <a:rPr sz="2800" dirty="0"/>
              <a:t> </a:t>
            </a:r>
            <a:r>
              <a:rPr sz="2800" dirty="0" err="1"/>
              <a:t>lokal</a:t>
            </a:r>
            <a:r>
              <a:rPr sz="2800" dirty="0"/>
              <a:t> me Docker + </a:t>
            </a:r>
            <a:r>
              <a:rPr sz="2800" dirty="0" err="1"/>
              <a:t>LocalStack</a:t>
            </a:r>
            <a:br>
              <a:rPr sz="2800" dirty="0"/>
            </a:br>
            <a:r>
              <a:rPr sz="2800" dirty="0"/>
              <a:t>✅ Gati </a:t>
            </a:r>
            <a:r>
              <a:rPr sz="2800" dirty="0" err="1"/>
              <a:t>për</a:t>
            </a:r>
            <a:r>
              <a:rPr sz="2800" dirty="0"/>
              <a:t> deploy </a:t>
            </a:r>
            <a:r>
              <a:rPr sz="2800" dirty="0" err="1"/>
              <a:t>në</a:t>
            </a:r>
            <a:r>
              <a:rPr sz="2800" dirty="0"/>
              <a:t> cloud</a:t>
            </a:r>
            <a:br>
              <a:rPr sz="2800" dirty="0"/>
            </a:br>
            <a:br>
              <a:rPr sz="2800" dirty="0"/>
            </a:br>
            <a:r>
              <a:rPr sz="2800" dirty="0" err="1"/>
              <a:t>Faleminderit</a:t>
            </a:r>
            <a:r>
              <a:rPr sz="2800" dirty="0"/>
              <a:t>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</TotalTime>
  <Words>563</Words>
  <Application>Microsoft Office PowerPoint</Application>
  <PresentationFormat>On-screen Show (4:3)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OnLine</dc:creator>
  <cp:keywords/>
  <dc:description>generated using python-pptx</dc:description>
  <cp:lastModifiedBy>amar ibishi</cp:lastModifiedBy>
  <cp:revision>2</cp:revision>
  <dcterms:created xsi:type="dcterms:W3CDTF">2013-01-27T09:14:16Z</dcterms:created>
  <dcterms:modified xsi:type="dcterms:W3CDTF">2026-05-14T21:49:59Z</dcterms:modified>
  <cp:category/>
</cp:coreProperties>
</file>